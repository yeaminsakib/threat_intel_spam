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AI-driven Threat Intelligence System for Early Detection of Phishing Campaigns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373737"/>
                </a:solidFill>
                <a:latin typeface="Calibri"/>
              </a:rPr>
              <a:t>Using Spam Email Analysis, IOC Correlation, and Machine Learning</a:t>
            </a:r>
          </a:p>
          <a:p/>
          <a:p>
            <a:r>
              <a:rPr sz="1800">
                <a:solidFill>
                  <a:srgbClr val="373737"/>
                </a:solidFill>
                <a:latin typeface="Calibri"/>
              </a:rPr>
              <a:t>Student: ____________________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Department / University: ____________________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Supervisor: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Spam email remains a major entry point for phishing attacks.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Traditional filters focus on blocking messages, not understanding campaigns.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Security teams need early warning from spam trends and attacker behavior.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This project shifts from spam blocking to threat intelligence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3.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Current systems mostly detect known spam patterns.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Unknown and fast-changing phishing campaigns can bypass static rules.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Spam data is rarely transformed into correlated intelligence.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Result: delayed response and higher operational risk for SOC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4. Motivation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Cyber attacks and phishing campaigns are increasing every year.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Attackers quickly rotate domains, URLs, and sender identities.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Organizations need predictive, not only reactive, defense.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SOC teams require campaign-level context for faster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5. 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Major platforms (e.g., Google, Microsoft) provide strong spam filtering.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SIEM and TIP tools aggregate alerts but are often not spam-centered.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Research explores phishing classification using NLP and ML.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Gap in prior work: limited campaign prediction and weak IOC correlation.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6.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Most solutions stop at classifying an email as spam or ham.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Few methods cluster spam into campaign-level groups.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IOC relationships across domains, IPs, and URLs are underused.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Predictive intelligence from spam behavior is still limited.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7.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Extract IOCs from spam emails (URLs, domains, IPs, sender artifacts).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Cluster related emails into phishing campaigns.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Build a threat intelligence graph to connect related indicators.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Predict likely future attacks from emerging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8. Proposed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Input: spam and phishing email datasets.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Processing: preprocessing, IOC extraction, and feature engineering.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Analysis: ML clustering and anomaly detection.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Output: threat reports, campaign alerts, and risk scoring.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9. Methodology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Email preprocessing: cleaning, normalization, and deduplication.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Feature extraction from text, URLs, sender metadata, and headers.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IOC extraction using regex rules and parser-based validation.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Quality checks to reduce noisy or duplicate indicators.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10. Methodology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Machine learning for clustering and anomaly detection.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Campaign detection logic combining content, IOC overlap, and timing.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Graph-based mapping of links between emails, IOCs, and entities.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Advanced add-on: threat graph embeddings/GNN for link prediction.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Advanced add-on: time-aware early warning via change-point detection.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11.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920240"/>
            <a:ext cx="137160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5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3C64"/>
                </a:solidFill>
                <a:latin typeface="Calibri"/>
              </a:rPr>
              <a:t>Spam Emails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1920240"/>
            <a:ext cx="137160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5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3C64"/>
                </a:solidFill>
                <a:latin typeface="Calibri"/>
              </a:rPr>
              <a:t>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8416" y="1920240"/>
            <a:ext cx="137160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5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3C64"/>
                </a:solidFill>
                <a:latin typeface="Calibri"/>
              </a:rPr>
              <a:t>IOC Extraction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9744" y="1920240"/>
            <a:ext cx="137160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5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3C64"/>
                </a:solidFill>
                <a:latin typeface="Calibri"/>
              </a:rPr>
              <a:t>ML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920240"/>
            <a:ext cx="137160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5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3C64"/>
                </a:solidFill>
                <a:latin typeface="Calibri"/>
              </a:rPr>
              <a:t>Threat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920240"/>
            <a:ext cx="137160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5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3C64"/>
                </a:solidFill>
                <a:latin typeface="Calibri"/>
              </a:rPr>
              <a:t>Prediction Output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2377440"/>
            <a:ext cx="109728" cy="0"/>
          </a:xfrm>
          <a:prstGeom prst="line">
            <a:avLst/>
          </a:prstGeom>
          <a:ln w="22860">
            <a:solidFill>
              <a:srgbClr val="507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18688" y="2377440"/>
            <a:ext cx="109728" cy="0"/>
          </a:xfrm>
          <a:prstGeom prst="line">
            <a:avLst/>
          </a:prstGeom>
          <a:ln w="22860">
            <a:solidFill>
              <a:srgbClr val="507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0016" y="2377440"/>
            <a:ext cx="109728" cy="0"/>
          </a:xfrm>
          <a:prstGeom prst="line">
            <a:avLst/>
          </a:prstGeom>
          <a:ln w="22860">
            <a:solidFill>
              <a:srgbClr val="507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81344" y="2377440"/>
            <a:ext cx="109728" cy="0"/>
          </a:xfrm>
          <a:prstGeom prst="line">
            <a:avLst/>
          </a:prstGeom>
          <a:ln w="22860">
            <a:solidFill>
              <a:srgbClr val="507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62672" y="2377440"/>
            <a:ext cx="109728" cy="0"/>
          </a:xfrm>
          <a:prstGeom prst="line">
            <a:avLst/>
          </a:prstGeom>
          <a:ln w="22860">
            <a:solidFill>
              <a:srgbClr val="507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65760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>
                <a:solidFill>
                  <a:srgbClr val="2D2D2D"/>
                </a:solidFill>
                <a:latin typeface="Calibri"/>
              </a:rPr>
              <a:t>• Pipeline supports batch analysis now and real-time SOC integration later.</a:t>
            </a:r>
          </a:p>
          <a:p>
            <a:pPr/>
            <a:r>
              <a:rPr sz="1800">
                <a:solidFill>
                  <a:srgbClr val="2D2D2D"/>
                </a:solidFill>
                <a:latin typeface="Calibri"/>
              </a:rPr>
              <a:t>• Modular blocks allow independent updates for extraction, ML, and graph analytics.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12.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Python for data processing and automation.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Scikit-learn and NLP libraries for ML modeling.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Graph analytics with NetworkX (and optional Neo4j).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Datasets: public spam/phishing corpora for reproducible experiments.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13. 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Earlier detection of emerging phishing campaigns.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Automatically generated IOC intelligence database.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Campaign-level visibility of attacker infrastructure reuse.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Risk-prioritized outputs for SOC investigation workflows.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14.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Performance depends on dataset quality and representativeness.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Public datasets may not fully match enterprise traffic patterns.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System supports analysts; it does not replace full SIEM platforms.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Models require ongoing updates as attacker tactics evolve.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0"/>
                </a:solidFill>
                <a:latin typeface="Calibri"/>
              </a:rPr>
              <a:t>15.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Threat intelligence from spam data is more valuable than filtering alone.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The proposed pipeline supports early campaign detection and response.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IOC correlation and ML improve visibility of coordinated attacks.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Calibri"/>
              </a:rPr>
              <a:t>Future scope: real-time SOC integration and continuous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